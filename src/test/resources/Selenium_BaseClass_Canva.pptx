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Reusable Selenium BaseClass for Cross-Browser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Java + Selenium + TestNG Framework</a:t>
            </a:r>
          </a:p>
          <a:p/>
          <a:p>
            <a:r>
              <a:t>💻 Build once, reuse everywhere!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BaseClass?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Reusable driver setup</a:t>
            </a:r>
          </a:p>
          <a:p>
            <a:r>
              <a:t>🔹 Multi-browser support (Chrome, Firefox, Edge)</a:t>
            </a:r>
          </a:p>
          <a:p>
            <a:r>
              <a:t>🔹 Driver lifecycle management</a:t>
            </a:r>
          </a:p>
          <a:p>
            <a:r>
              <a:t>🔹 Utility methods for navigation &amp; screenshots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Browser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@BeforeTest</a:t>
            </a:r>
          </a:p>
          <a:p>
            <a:r>
              <a:t>@Parameters("browser")</a:t>
            </a:r>
          </a:p>
          <a:p>
            <a:r>
              <a:t>public void setupDriver(String browserName) {</a:t>
            </a:r>
          </a:p>
          <a:p>
            <a:r>
              <a:t>   switch (browserName.toLowerCase()) {</a:t>
            </a:r>
          </a:p>
          <a:p>
            <a:r>
              <a:t>      case "chrome": driver = new ChromeDriver(getChromeOptions()); break;</a:t>
            </a:r>
          </a:p>
          <a:p>
            <a:r>
              <a:t>      case "firefox": driver = new FirefoxDriver(); break;</a:t>
            </a:r>
          </a:p>
          <a:p>
            <a:r>
              <a:t>      case "edge": driver = new EdgeDriver(); break;</a:t>
            </a:r>
          </a:p>
          <a:p>
            <a:r>
              <a:t>   }</a:t>
            </a:r>
          </a:p>
          <a:p>
            <a:r>
              <a:t>   driver.manage().timeouts().implicitlyWait(Duration.ofSeconds(15));</a:t>
            </a:r>
          </a:p>
          <a:p>
            <a:r>
              <a:t>   driver.manage().window().maximize();</a:t>
            </a:r>
          </a:p>
          <a:p>
            <a:r>
              <a:t>   driver.get("https://www.saucedemo.com/");</a:t>
            </a:r>
          </a:p>
          <a:p>
            <a:r>
              <a:t>}</a:t>
            </a:r>
          </a:p>
          <a:p/>
          <a:p>
            <a:r>
              <a:t>⚡ Supports multiple browsers with just one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ChromeOptions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⚙️ Custom Chrome Setup</a:t>
            </a:r>
          </a:p>
          <a:p/>
          <a:p>
            <a:r>
              <a:t>options.addArguments("--incognito");</a:t>
            </a:r>
          </a:p>
          <a:p>
            <a:r>
              <a:t>options.addArguments("--disable-extensions");</a:t>
            </a:r>
          </a:p>
          <a:p>
            <a:r>
              <a:t>options.addArguments("--start-maximized");</a:t>
            </a:r>
          </a:p>
          <a:p>
            <a:r>
              <a:t>options.addArguments("--window-size=1920x1080");</a:t>
            </a:r>
          </a:p>
          <a:p/>
          <a:p>
            <a:r>
              <a:t>✨ Clean &amp; stable browser sessions for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🛠️ Helpful methods inside BaseClass:</a:t>
            </a:r>
          </a:p>
          <a:p/>
          <a:p>
            <a:r>
              <a:t>✔️ getCurrentPageUrl()</a:t>
            </a:r>
          </a:p>
          <a:p>
            <a:r>
              <a:t>✔️ navigateBack()</a:t>
            </a:r>
          </a:p>
          <a:p>
            <a:r>
              <a:t>✔️ refreshPage()</a:t>
            </a:r>
          </a:p>
          <a:p>
            <a:r>
              <a:t>✔️ scrollPage("top"/"bottom")</a:t>
            </a:r>
          </a:p>
          <a:p>
            <a:r>
              <a:t>✔️ captureScreenshot(testName)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📸 Automated Screenshot Capture</a:t>
            </a:r>
          </a:p>
          <a:p/>
          <a:p>
            <a:r>
              <a:t>- Saves under:</a:t>
            </a:r>
          </a:p>
          <a:p>
            <a:r>
              <a:t>  C:\Users\xmedia\Desktop\Automation Test Report\Screenshots\</a:t>
            </a:r>
          </a:p>
          <a:p>
            <a:r>
              <a:t>- Organized by test name</a:t>
            </a:r>
          </a:p>
          <a:p>
            <a:r>
              <a:t>- Useful for debugging test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With this BaseClass, test automation becomes:</a:t>
            </a:r>
          </a:p>
          <a:p>
            <a:r>
              <a:t>✅ Scalable</a:t>
            </a:r>
          </a:p>
          <a:p>
            <a:r>
              <a:t>✅ Maintainable</a:t>
            </a:r>
          </a:p>
          <a:p>
            <a:r>
              <a:t>✅ Cross-Browser Ready</a:t>
            </a:r>
          </a:p>
          <a:p/>
          <a:p>
            <a:r>
              <a:t>👉 How do you structure your Selenium BaseClass?</a:t>
            </a:r>
          </a:p>
          <a:p/>
          <a:p>
            <a:r>
              <a:t>#Selenium #TestAutomation #Java #QA #Testing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